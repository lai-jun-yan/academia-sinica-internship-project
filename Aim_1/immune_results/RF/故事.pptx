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71" r:id="rId3"/>
    <p:sldId id="285" r:id="rId4"/>
    <p:sldId id="286" r:id="rId5"/>
    <p:sldId id="284" r:id="rId6"/>
    <p:sldId id="28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715" autoAdjust="0"/>
  </p:normalViewPr>
  <p:slideViewPr>
    <p:cSldViewPr snapToGrid="0">
      <p:cViewPr>
        <p:scale>
          <a:sx n="100" d="100"/>
          <a:sy n="100" d="100"/>
        </p:scale>
        <p:origin x="420" y="-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DFFB7-3BDC-373A-D133-09D1E9729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B05FBF0-4821-3D67-1334-BBBB3B4CD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82FA19-5F0C-B841-74B5-A9B821E73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:https://www.ebi.ac.uk/QuickGO/GTerm?id=GO:0001961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3B88AC-89EB-6FAD-75D4-F400BABA8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3727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Enrichment results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2026.07.27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566447"/>
            <a:ext cx="8915400" cy="677106"/>
          </a:xfrm>
        </p:spPr>
        <p:txBody>
          <a:bodyPr/>
          <a:lstStyle/>
          <a:p>
            <a:r>
              <a:rPr lang="zh-TW" altLang="zh-TW" dirty="0"/>
              <a:t>Examine whether the features learned by the model are related to known biological pathways.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D46E396-4537-3683-D745-414B1E17D2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34023"/>
              </p:ext>
            </p:extLst>
          </p:nvPr>
        </p:nvGraphicFramePr>
        <p:xfrm>
          <a:off x="2336800" y="2588754"/>
          <a:ext cx="9001224" cy="39116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36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000136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703073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6417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6417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6417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6417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6417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cell(GO)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066" y="1152907"/>
            <a:ext cx="5573713" cy="538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93927F-B93F-5A80-3361-04C06757D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8C059E-27B0-36A8-E55B-07300B3E8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00EB94-5A38-10DB-6067-57CB965CC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9FA63564-DD04-056C-D07C-552EBEA8CE66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None/>
            </a:pPr>
            <a:r>
              <a:rPr lang="zh-TW" altLang="en-US" dirty="0">
                <a:solidFill>
                  <a:srgbClr val="FF0000"/>
                </a:solidFill>
              </a:rPr>
              <a:t>Positive regulation of cytokine-mediated signaling pathway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activates or increases the frequency, rate or extent of a cytokine mediated signaling pathway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F6AB265C-AD04-E32A-3019-65FE86A3EF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877" y="1260180"/>
            <a:ext cx="6252671" cy="522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264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508" y="1946039"/>
            <a:ext cx="6636461" cy="3514690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768167" y="2646348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691034" y="30993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8114243" y="3598848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691034" y="39787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642226" y="3376598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1024</TotalTime>
  <Words>328</Words>
  <Application>Microsoft Office PowerPoint</Application>
  <PresentationFormat>寬螢幕</PresentationFormat>
  <Paragraphs>112</Paragraphs>
  <Slides>6</Slides>
  <Notes>4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2" baseType="lpstr">
      <vt:lpstr>Aptos</vt:lpstr>
      <vt:lpstr>Arial</vt:lpstr>
      <vt:lpstr>Century Gothic</vt:lpstr>
      <vt:lpstr>Wingdings 2</vt:lpstr>
      <vt:lpstr>Wingdings 3</vt:lpstr>
      <vt:lpstr>絲縷</vt:lpstr>
      <vt:lpstr>Enrichment results </vt:lpstr>
      <vt:lpstr>Aims</vt:lpstr>
      <vt:lpstr>Alphaviridae</vt:lpstr>
      <vt:lpstr>Coronaviridae(GO)</vt:lpstr>
      <vt:lpstr>Coronaviridae(KEGG)</vt:lpstr>
      <vt:lpstr>Orthoherpesviridae(Reactome)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24</cp:revision>
  <dcterms:created xsi:type="dcterms:W3CDTF">2026-07-22T01:16:54Z</dcterms:created>
  <dcterms:modified xsi:type="dcterms:W3CDTF">2026-08-20T07:38:12Z</dcterms:modified>
</cp:coreProperties>
</file>