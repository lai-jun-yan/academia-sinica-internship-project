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CFC3B-97FC-42B4-B753-40C6B124716B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CE953-9576-43C1-887F-BE9FCCE1F1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3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06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81EE-FBD5-BCD1-B18A-257174D2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A3DBB3-27F1-4A9B-EA7F-61CD53469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1B3C5A-3F82-4EC3-0E70-1934E4694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802DBA-4890-384B-051D-3AA9090F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269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64FA-E8D5-10E7-9372-2B7E47E8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08AA9F-6256-B887-A4B7-043C5C139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C7094B-EDD0-8C66-1A0D-E6FC3A2EE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D8DB2-0BDB-D944-2F26-DE4D6B565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137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E100E-8DE3-56F7-0895-BAC88A2B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CB8214-A3AA-56FD-B7F3-ACA7866BA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C049754-9808-9B19-F73D-63915F35E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F03B97-A272-61FF-EE5D-7103E2A10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4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6DEA-C7E1-9AA4-1521-F735C02A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4F017A-93A1-BCBA-E4FA-73A167DC9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173DCB-64B9-CB57-CD00-26200295E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E081D5-A5E9-4F4E-B094-11C453ABE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307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AA0C-6AF2-99FA-E175-5B18B97A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387DE-700A-53DB-022F-0A28E5E47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9BC1BEE-A81F-51B1-EB87-62C4BBD82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D3C6B2-5120-A903-1280-6F76990C4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654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5251-3A62-9721-ABEF-36E983DE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7003CA-34D3-5702-C036-0CE5CFDEB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C3A761-E34C-F58C-60EB-D3D16EA0F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19AF9-AA5E-5A4E-96A4-39DE71FC7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CE953-9576-43C1-887F-BE9FCCE1F1B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53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5661A-7504-019A-A730-C118B373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6EAB0E-FE18-77A2-1701-961911E4B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1005A4-08A6-ADD4-ED96-101E5D77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A9514-7243-4DAA-9DC2-1AE17ACEF44F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7F050C-D2D6-E4CD-35A8-D8E06EC1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262ABA-3413-6836-4A71-154A1434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52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5F00FA-CCCE-B643-4A5E-3032103C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D3CD52-3A73-723E-43E9-1DFECA8BD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310B27-5C46-5013-D177-D53820F8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896A-DF83-41A2-9C0D-B766A1718F3A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1ABB5-2494-70CC-2EE2-DD9F598A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30AA05-5E5C-8988-FF3B-F90E0847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2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3B5AC4-95DD-20EF-1BF8-1B10AE13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2FE075-4B26-917A-7F80-E49C3354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E5DB33-695D-326D-777C-C95DA51F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4F2D-E59A-4CCB-9AA0-F06C029D8A0A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734A3F-3A17-1CA7-E6E0-3206AFC3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2BC03E-BE67-6FA8-983F-EE5B2168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04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B34CAE-D35A-0946-3883-D0174835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6CFEC-1087-17A5-8E4A-6EA43F54F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E87F01-E860-49B4-AC70-DAD3320F3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5CD5CC-C630-2958-4989-7CDCD9A4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84A27-7B49-4BC6-99F9-FD76E68D00BF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8CE03C-6E83-C0FB-9CD3-55222D47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32A298-F2C1-3168-7FA9-89722BAE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00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9D7DE6-074A-F806-DBFD-8D227579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76D048-41BE-CA21-243D-56925A2DA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9D7718-B096-8096-6A1F-EB4EA9B60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4DA4F4-7EBE-51BA-711C-EFF622DB3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3A5472-D4B6-2518-D590-D4F690BA4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DA12DBC-2624-34EC-A693-1842343C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05CD6-A12A-4A6F-B697-F556F84CC758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FBC8258-7870-D02B-C000-1E9C705C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16450E-9D6C-B00A-38D0-5574291B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41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854C5-1FC3-F2AF-FF08-1B280686D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41F9E97-6479-7620-66E8-AF3A47DF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EDA53-F970-477A-BA4B-BB8B1420F845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A6C7B5-1353-751D-0E71-4FA60A9C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5825F1-3AA8-28C3-BA53-293FF041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36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D8CCEB8-A65E-CA71-E198-0881866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B9738-593C-4060-A629-70979FA6E03B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36F38D-CDB0-74A3-9961-5B0B79B7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E4784-245C-EFF6-D499-163FD28C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10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4C513-8EC3-06C6-4714-5D79C627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38D04-7D5B-4626-3412-CF82078F8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BFA4BF-3155-D986-2D06-7E9F8A42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01F8BA-89A2-6E98-43B2-5A69808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B389-65AC-4C81-9114-3FC89B05A147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B9936C-6664-9DFD-049F-77812274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C1FD98-FB43-20E5-DC61-72DE9738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9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0223F0-8150-843D-0B44-0BD3B191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4EFC05C-102C-25E5-A5D0-842B8D44B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4E785A-7FBA-3327-3858-4AA4B2B33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1F1120-07A0-1C4F-ACDD-379BC343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97E23-0856-4EE2-9689-C792786C8F99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AFAFAC-3CC3-1ECB-BD7E-72F9F8C0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0F43E9-32A3-E701-0423-3F990F81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14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52776-EAB2-B5B6-4B1C-4394A1EE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2A6A1B9-F6FD-5EDE-921E-BA98CDA5E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5252E0-58AB-A7D8-0C81-2E97F831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4FD0A-11C4-4E5A-8364-AF8D035C15ED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55A008-95C2-A074-DB22-40769B99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6E735E-FEA6-7B5C-9D13-F4E22B80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340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86D4FC-018F-0E47-A11F-EBC9FDDF5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996197-2FCA-E6D6-03CA-A83BE9D30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C407A9-19A0-5D43-3AA9-4C19437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4B57-95EB-420A-9146-42C959FED11B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4B3393-177C-9C31-F8CE-6462D920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375594-A35A-8499-8321-106812B5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04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193236-9537-EDB8-F5BC-966946375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E3A7C0-C68F-806E-0C79-3DF77620D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678A9E-4D4B-343D-3963-76BC4498E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9AAB-3E90-4E0C-8B7B-B72CEFA983A1}" type="datetime1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A46BE4-AB06-F40B-4B17-54771049F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4806DA-5757-6121-B07A-742F708EF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D930D-BEB0-4ACE-A807-49DF9CF343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42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50B0D-0A7B-AA9B-FEDA-E1E5F6711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進度報告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B44C80-880D-99BF-A7AC-96EE81FF0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WGCNA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用在目標二的想法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2026.07.13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A6E8BD-8444-9FEE-5F87-AFA86617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93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BC1F7-3DD0-BA0F-5974-88E4990D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DAEB40-5B35-1F40-DB02-7138EEBC7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目標二希望能夠透過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transcriptomic patterns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，將確認的細胞標籤傳遞到未確認的細胞，判斷其感染與否。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是透過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gene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expression profile(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在不同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sample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的表達量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來得到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gene module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，以此建立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gene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的關係網路。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我想說或許可以透過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的概念，透過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expression profile(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不同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gene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在該細胞上的表達量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以得到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 module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，確認是否可以透過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module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的方式，推論未標籤的細胞可能的感染狀態。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74F497-0EFB-3275-78AB-F5CACEE4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43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E221A-6706-BD0B-3B5D-F8554EC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E8A61-4D9F-B316-1048-AEBC4C05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DF4A7-B884-B6A5-C96A-FC94C724E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先從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challenge_nasal_cellxgene_230223.h5ad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中獲取需要使用到的資訊，資料不僅龐大，且類別也非常多，所以需要經過額外的處理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我不確定根據我們的目標，資料探勘需要到甚麼程度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然後將資料進行轉換，使得資料可以透過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來運行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其實就是匯出成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csv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可以直接讀進去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嘗試用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來找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 module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，因為與傳統的使用方式不同，所以有些參數的設定可以根據使用情境微調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我還在嘗試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，希望能對這些參數有合理的解釋。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A20A19-0823-17AC-38A8-B1792266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70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4DA5-4777-F925-E7CC-1E2DCCA2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A06F45-FBF1-4F3A-8132-6EC65099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原始資料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A2D550-0F6D-A51F-072D-48F9038EC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15" y="2803507"/>
            <a:ext cx="11133948" cy="237604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A1AA375-C072-8D4C-35CF-65580D6BC46A}"/>
              </a:ext>
            </a:extLst>
          </p:cNvPr>
          <p:cNvSpPr/>
          <p:nvPr/>
        </p:nvSpPr>
        <p:spPr>
          <a:xfrm>
            <a:off x="546185" y="2681831"/>
            <a:ext cx="1742883" cy="1012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82FF07C-CD86-B861-08BC-433F87912A64}"/>
              </a:ext>
            </a:extLst>
          </p:cNvPr>
          <p:cNvCxnSpPr>
            <a:cxnSpLocks/>
          </p:cNvCxnSpPr>
          <p:nvPr/>
        </p:nvCxnSpPr>
        <p:spPr>
          <a:xfrm>
            <a:off x="5897574" y="4694738"/>
            <a:ext cx="11229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B00A84E-78D2-3F7B-FEEC-424CBADDC250}"/>
              </a:ext>
            </a:extLst>
          </p:cNvPr>
          <p:cNvCxnSpPr>
            <a:cxnSpLocks/>
          </p:cNvCxnSpPr>
          <p:nvPr/>
        </p:nvCxnSpPr>
        <p:spPr>
          <a:xfrm>
            <a:off x="4012519" y="4196625"/>
            <a:ext cx="15782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CB0DF36-FD8D-6688-7F8F-FC2D692C1181}"/>
              </a:ext>
            </a:extLst>
          </p:cNvPr>
          <p:cNvCxnSpPr>
            <a:cxnSpLocks/>
          </p:cNvCxnSpPr>
          <p:nvPr/>
        </p:nvCxnSpPr>
        <p:spPr>
          <a:xfrm>
            <a:off x="754415" y="5113838"/>
            <a:ext cx="19379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125AD43-FDE0-EA33-F389-B6A1ED7B0574}"/>
              </a:ext>
            </a:extLst>
          </p:cNvPr>
          <p:cNvSpPr txBox="1"/>
          <p:nvPr/>
        </p:nvSpPr>
        <p:spPr>
          <a:xfrm>
            <a:off x="546185" y="5378450"/>
            <a:ext cx="288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Gene expression data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CFB1429-7190-A2E8-0DBB-3C161245686C}"/>
              </a:ext>
            </a:extLst>
          </p:cNvPr>
          <p:cNvSpPr txBox="1"/>
          <p:nvPr/>
        </p:nvSpPr>
        <p:spPr>
          <a:xfrm>
            <a:off x="3778335" y="3455550"/>
            <a:ext cx="231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細胞的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種類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或狀態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1E3E4FE-8DCD-5D5F-9BB6-00ED742ADD72}"/>
              </a:ext>
            </a:extLst>
          </p:cNvPr>
          <p:cNvSpPr txBox="1"/>
          <p:nvPr/>
        </p:nvSpPr>
        <p:spPr>
          <a:xfrm>
            <a:off x="7099385" y="4599670"/>
            <a:ext cx="331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表示是否為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高變異的基因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49B0CCB-BC72-090A-D7C6-4F93ED60A48F}"/>
              </a:ext>
            </a:extLst>
          </p:cNvPr>
          <p:cNvSpPr txBox="1"/>
          <p:nvPr/>
        </p:nvSpPr>
        <p:spPr>
          <a:xfrm>
            <a:off x="489035" y="2031064"/>
            <a:ext cx="288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資料量太大了</a:t>
            </a:r>
          </a:p>
        </p:txBody>
      </p:sp>
      <p:sp>
        <p:nvSpPr>
          <p:cNvPr id="28" name="投影片編號版面配置區 27">
            <a:extLst>
              <a:ext uri="{FF2B5EF4-FFF2-40B4-BE49-F238E27FC236}">
                <a16:creationId xmlns:a16="http://schemas.microsoft.com/office/drawing/2014/main" id="{04172E49-D85B-1AA7-7BB5-5F11DC41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03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77CA-16BB-073B-D4E2-BDD5CEE1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F8707-5CD8-8967-C1B8-44F83AD4D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原始資料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8B1AAF-AE54-D50C-64CD-B800985B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58" y="2178050"/>
            <a:ext cx="5285208" cy="325755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E5C2B4-51EF-D91E-3BF3-42FCD2B87AA0}"/>
              </a:ext>
            </a:extLst>
          </p:cNvPr>
          <p:cNvSpPr txBox="1"/>
          <p:nvPr/>
        </p:nvSpPr>
        <p:spPr>
          <a:xfrm>
            <a:off x="2514685" y="2508250"/>
            <a:ext cx="288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Imbalance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的問題很明顯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36337C-7D0E-2930-B5D1-8CA69FC65E73}"/>
              </a:ext>
            </a:extLst>
          </p:cNvPr>
          <p:cNvSpPr txBox="1"/>
          <p:nvPr/>
        </p:nvSpPr>
        <p:spPr>
          <a:xfrm>
            <a:off x="3717605" y="5872162"/>
            <a:ext cx="5798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每種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cell type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隨機選出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min(100,number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of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cell type)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98562628-9E11-F31C-D8D7-084EF8953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991" y="1203563"/>
            <a:ext cx="4946851" cy="3161823"/>
          </a:xfrm>
          <a:prstGeom prst="rect">
            <a:avLst/>
          </a:prstGeom>
        </p:spPr>
      </p:pic>
      <p:sp>
        <p:nvSpPr>
          <p:cNvPr id="20" name="箭號: 弧形右彎 19">
            <a:extLst>
              <a:ext uri="{FF2B5EF4-FFF2-40B4-BE49-F238E27FC236}">
                <a16:creationId xmlns:a16="http://schemas.microsoft.com/office/drawing/2014/main" id="{24E96DD6-52C4-0FC7-189E-8021EA6D284B}"/>
              </a:ext>
            </a:extLst>
          </p:cNvPr>
          <p:cNvSpPr/>
          <p:nvPr/>
        </p:nvSpPr>
        <p:spPr>
          <a:xfrm rot="14826543">
            <a:off x="6439569" y="4108824"/>
            <a:ext cx="596900" cy="240904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72F2B476-95BC-5D5D-1923-6DB8A0A2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47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7E8E-C1D3-9AFA-43CC-CC5DA39F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77FE9E-2E2E-DCCC-0B49-751DDB93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篩選完的資料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09D4D4-5D2E-E751-FD8C-3EDCCB3E7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2753045"/>
            <a:ext cx="11487150" cy="2455052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2B67F84-F84A-3824-ABC2-A1D10DCB8C6B}"/>
              </a:ext>
            </a:extLst>
          </p:cNvPr>
          <p:cNvCxnSpPr/>
          <p:nvPr/>
        </p:nvCxnSpPr>
        <p:spPr>
          <a:xfrm flipV="1">
            <a:off x="1543050" y="2071942"/>
            <a:ext cx="1282700" cy="10096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74A9A2E-B208-000B-B54C-B0B3B92DFF94}"/>
              </a:ext>
            </a:extLst>
          </p:cNvPr>
          <p:cNvSpPr txBox="1"/>
          <p:nvPr/>
        </p:nvSpPr>
        <p:spPr>
          <a:xfrm>
            <a:off x="2777805" y="1649903"/>
            <a:ext cx="310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細胞數量從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234182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降到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2593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523955B-D062-EA7E-FCFE-A1475BA47AA5}"/>
              </a:ext>
            </a:extLst>
          </p:cNvPr>
          <p:cNvCxnSpPr>
            <a:cxnSpLocks/>
          </p:cNvCxnSpPr>
          <p:nvPr/>
        </p:nvCxnSpPr>
        <p:spPr>
          <a:xfrm>
            <a:off x="1644650" y="3586417"/>
            <a:ext cx="1511300" cy="2302783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60C2888-A0A9-CD52-A516-9112279F45E1}"/>
              </a:ext>
            </a:extLst>
          </p:cNvPr>
          <p:cNvSpPr txBox="1"/>
          <p:nvPr/>
        </p:nvSpPr>
        <p:spPr>
          <a:xfrm>
            <a:off x="3311205" y="5704534"/>
            <a:ext cx="310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基因種類從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33559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降到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8000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05AD96B-344B-B863-D391-10AE8EA8F6F3}"/>
              </a:ext>
            </a:extLst>
          </p:cNvPr>
          <p:cNvCxnSpPr>
            <a:cxnSpLocks/>
          </p:cNvCxnSpPr>
          <p:nvPr/>
        </p:nvCxnSpPr>
        <p:spPr>
          <a:xfrm>
            <a:off x="5745174" y="4713788"/>
            <a:ext cx="1122986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7464911-893F-0548-43E4-19953F45F046}"/>
              </a:ext>
            </a:extLst>
          </p:cNvPr>
          <p:cNvSpPr txBox="1"/>
          <p:nvPr/>
        </p:nvSpPr>
        <p:spPr>
          <a:xfrm>
            <a:off x="6751167" y="5363982"/>
            <a:ext cx="347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篩選出在細胞間</a:t>
            </a:r>
            <a:r>
              <a:rPr lang="zh-TW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高變異的基因</a:t>
            </a: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D96DA149-41E5-5743-474C-7613E529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897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B758-4E4C-F64A-26F6-45D10121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7D08A9-2762-8FAC-BAB8-9D3261FE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資料的型態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8D85CD-E168-FE3F-2063-031BD8416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811" y="3594070"/>
            <a:ext cx="8684977" cy="180978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6E8EE4E-2EC1-C2B1-D645-49464A818B49}"/>
              </a:ext>
            </a:extLst>
          </p:cNvPr>
          <p:cNvSpPr txBox="1"/>
          <p:nvPr/>
        </p:nvSpPr>
        <p:spPr>
          <a:xfrm>
            <a:off x="6610349" y="2742199"/>
            <a:ext cx="288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Cell expression data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AEC7106A-A52B-1DE6-4108-94A573D08E08}"/>
              </a:ext>
            </a:extLst>
          </p:cNvPr>
          <p:cNvCxnSpPr>
            <a:cxnSpLocks/>
          </p:cNvCxnSpPr>
          <p:nvPr/>
        </p:nvCxnSpPr>
        <p:spPr>
          <a:xfrm>
            <a:off x="6711950" y="3352800"/>
            <a:ext cx="3403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015A134-8D43-7EE6-AEC4-6FDD45CFC6C9}"/>
              </a:ext>
            </a:extLst>
          </p:cNvPr>
          <p:cNvCxnSpPr>
            <a:cxnSpLocks/>
          </p:cNvCxnSpPr>
          <p:nvPr/>
        </p:nvCxnSpPr>
        <p:spPr>
          <a:xfrm>
            <a:off x="1295400" y="3565480"/>
            <a:ext cx="0" cy="194945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E9BEAD-06FF-796B-7267-8481FF00FAAA}"/>
              </a:ext>
            </a:extLst>
          </p:cNvPr>
          <p:cNvSpPr txBox="1"/>
          <p:nvPr/>
        </p:nvSpPr>
        <p:spPr>
          <a:xfrm>
            <a:off x="342899" y="2603699"/>
            <a:ext cx="348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抽出來的細胞可能有些重複來自同一個人，不知道有沒有關係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FA3F1E-CD87-3236-643C-7CABD20A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11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05F21-6C48-1E47-A84A-E7895EC4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B274C-EB4F-7E79-4716-D5CA6348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WGCNA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3038E9F-229A-F356-B575-1AA5D99E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49" y="624405"/>
            <a:ext cx="3008215" cy="1279550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7C1195B6-EB91-D7A5-2E2F-41BCE174F777}"/>
              </a:ext>
            </a:extLst>
          </p:cNvPr>
          <p:cNvSpPr txBox="1"/>
          <p:nvPr/>
        </p:nvSpPr>
        <p:spPr>
          <a:xfrm>
            <a:off x="7874750" y="365125"/>
            <a:ext cx="32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signed co expression network</a:t>
            </a:r>
            <a:endParaRPr lang="zh-TW" altLang="en-US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FE647214-8A54-0E4D-2A96-40B686862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44" y="2581397"/>
            <a:ext cx="6480804" cy="361620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12935463-35E4-AFB6-D065-70EE92953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533" y="3282420"/>
            <a:ext cx="4870402" cy="2373621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A1AF5964-05F2-E5A1-7F09-AA2B28117795}"/>
              </a:ext>
            </a:extLst>
          </p:cNvPr>
          <p:cNvSpPr txBox="1"/>
          <p:nvPr/>
        </p:nvSpPr>
        <p:spPr>
          <a:xfrm>
            <a:off x="920233" y="2117222"/>
            <a:ext cx="288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後續的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power = 14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44632E-CFCC-4FC9-8458-EA06AFBB4E90}"/>
              </a:ext>
            </a:extLst>
          </p:cNvPr>
          <p:cNvSpPr/>
          <p:nvPr/>
        </p:nvSpPr>
        <p:spPr>
          <a:xfrm>
            <a:off x="7200900" y="3139031"/>
            <a:ext cx="1123950" cy="27093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34C3406-80F8-54A7-4280-3C9F05562B11}"/>
              </a:ext>
            </a:extLst>
          </p:cNvPr>
          <p:cNvSpPr/>
          <p:nvPr/>
        </p:nvSpPr>
        <p:spPr>
          <a:xfrm>
            <a:off x="9969499" y="3139031"/>
            <a:ext cx="596901" cy="27093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D7C68C9-4F47-1EA8-CFBD-107A550C98DC}"/>
              </a:ext>
            </a:extLst>
          </p:cNvPr>
          <p:cNvSpPr txBox="1"/>
          <p:nvPr/>
        </p:nvSpPr>
        <p:spPr>
          <a:xfrm>
            <a:off x="4965321" y="2486554"/>
            <a:ext cx="248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有多符合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scale-free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1E7A93E-D8FC-F194-54AB-206AE2B0568A}"/>
              </a:ext>
            </a:extLst>
          </p:cNvPr>
          <p:cNvSpPr txBox="1"/>
          <p:nvPr/>
        </p:nvSpPr>
        <p:spPr>
          <a:xfrm>
            <a:off x="9324503" y="6160532"/>
            <a:ext cx="2483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平均節點的鄰居數</a:t>
            </a: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36427AE4-3022-22CD-1481-FD03D6E8E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304" y="1933035"/>
            <a:ext cx="2960160" cy="929101"/>
          </a:xfrm>
          <a:prstGeom prst="rect">
            <a:avLst/>
          </a:prstGeom>
        </p:spPr>
      </p:pic>
      <p:sp>
        <p:nvSpPr>
          <p:cNvPr id="49" name="投影片編號版面配置區 48">
            <a:extLst>
              <a:ext uri="{FF2B5EF4-FFF2-40B4-BE49-F238E27FC236}">
                <a16:creationId xmlns:a16="http://schemas.microsoft.com/office/drawing/2014/main" id="{32AFBC4C-8633-1A54-F3B4-E0129D72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00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AAF3-FDD4-A994-8C92-5442D144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8DD50-54F7-3232-1D69-9141E75A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WGCNA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FC18EA1-CEFC-1DCD-173F-2BBE8B897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3011366"/>
            <a:ext cx="5442994" cy="309626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8D4DCC1-B166-E1C6-08DC-F86A8AE65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1" y="2925898"/>
            <a:ext cx="5758084" cy="326720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A871D78-366C-D061-BA26-37AC132E0102}"/>
              </a:ext>
            </a:extLst>
          </p:cNvPr>
          <p:cNvSpPr/>
          <p:nvPr/>
        </p:nvSpPr>
        <p:spPr>
          <a:xfrm>
            <a:off x="311150" y="3276600"/>
            <a:ext cx="1327150" cy="635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E11954-59D7-6AB9-5F1C-94DDEB0E8A48}"/>
              </a:ext>
            </a:extLst>
          </p:cNvPr>
          <p:cNvSpPr/>
          <p:nvPr/>
        </p:nvSpPr>
        <p:spPr>
          <a:xfrm>
            <a:off x="1504950" y="4641850"/>
            <a:ext cx="2495550" cy="635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EE0AB4-67AE-5CF7-FC63-B4F9E7DC4C29}"/>
              </a:ext>
            </a:extLst>
          </p:cNvPr>
          <p:cNvSpPr/>
          <p:nvPr/>
        </p:nvSpPr>
        <p:spPr>
          <a:xfrm>
            <a:off x="6438899" y="4057650"/>
            <a:ext cx="565151" cy="8318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BB2D57B-9CBA-A8AF-F33E-D13160223086}"/>
              </a:ext>
            </a:extLst>
          </p:cNvPr>
          <p:cNvSpPr txBox="1"/>
          <p:nvPr/>
        </p:nvSpPr>
        <p:spPr>
          <a:xfrm>
            <a:off x="679450" y="2123627"/>
            <a:ext cx="438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cell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type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分配在不同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module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的比例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2247934-99F0-AD3A-9E8A-120D1C6CD65C}"/>
              </a:ext>
            </a:extLst>
          </p:cNvPr>
          <p:cNvSpPr txBox="1"/>
          <p:nvPr/>
        </p:nvSpPr>
        <p:spPr>
          <a:xfrm>
            <a:off x="6794500" y="2123627"/>
            <a:ext cx="438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module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分配給不同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cell type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的比例</a:t>
            </a:r>
          </a:p>
        </p:txBody>
      </p:sp>
      <p:sp>
        <p:nvSpPr>
          <p:cNvPr id="27" name="投影片編號版面配置區 26">
            <a:extLst>
              <a:ext uri="{FF2B5EF4-FFF2-40B4-BE49-F238E27FC236}">
                <a16:creationId xmlns:a16="http://schemas.microsoft.com/office/drawing/2014/main" id="{BEEC1A04-E4B1-F9C7-3367-DD931AE8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41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4A05-9A87-1594-7E5C-D0CF3BE9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62C62B-BE71-5610-C001-0456FAC3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WGCNA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230E65-FEB3-D9D2-0DA9-41DFBCEE7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1690688"/>
            <a:ext cx="6961053" cy="3946781"/>
          </a:xfrm>
          <a:prstGeom prst="rect">
            <a:avLst/>
          </a:prstGeom>
        </p:spPr>
      </p:pic>
      <p:sp>
        <p:nvSpPr>
          <p:cNvPr id="5" name="左大括弧 4">
            <a:extLst>
              <a:ext uri="{FF2B5EF4-FFF2-40B4-BE49-F238E27FC236}">
                <a16:creationId xmlns:a16="http://schemas.microsoft.com/office/drawing/2014/main" id="{A057E622-7683-6557-A171-30790A1B4B0A}"/>
              </a:ext>
            </a:extLst>
          </p:cNvPr>
          <p:cNvSpPr/>
          <p:nvPr/>
        </p:nvSpPr>
        <p:spPr>
          <a:xfrm rot="16200000">
            <a:off x="5838824" y="3113345"/>
            <a:ext cx="571501" cy="56197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58D931A-578E-29F1-A58E-894903EF75F0}"/>
              </a:ext>
            </a:extLst>
          </p:cNvPr>
          <p:cNvSpPr txBox="1"/>
          <p:nvPr/>
        </p:nvSpPr>
        <p:spPr>
          <a:xfrm>
            <a:off x="3314699" y="6357679"/>
            <a:ext cx="5111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顏色交錯，代表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module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切的不好，參數還要再調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45C53B9-FC3A-BA84-0518-CF612268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10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6598-4FC1-6985-B6D9-1754A0EC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204F0B-F79D-3A54-6A2B-F0482DF6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目前結論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030921-7B66-927A-5F89-DE1344FC6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評估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的預測效果，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AIR = 0.076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，代表目前的嘗試，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cell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expression profile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無法直接反應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 type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，參數必須要再調整。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下一步可以擷取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 state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的資料來進行分析，看一下針對哪方面的細胞資訊預測能力較佳。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目前在資料前處理的部分，選擇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cell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的方式並未考慮是否是同一個人，如果貿然使用，可能在做統計分析的時候會有一些問題。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F56BFA-E998-2EC6-0EDF-ED2A8A31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D930D-BEB0-4ACE-A807-49DF9CF3434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69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502</Words>
  <Application>Microsoft Office PowerPoint</Application>
  <PresentationFormat>寬螢幕</PresentationFormat>
  <Paragraphs>64</Paragraphs>
  <Slides>11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Office 佈景主題</vt:lpstr>
      <vt:lpstr>進度報告</vt:lpstr>
      <vt:lpstr>概念</vt:lpstr>
      <vt:lpstr>流程</vt:lpstr>
      <vt:lpstr>原始資料</vt:lpstr>
      <vt:lpstr>原始資料</vt:lpstr>
      <vt:lpstr>篩選完的資料</vt:lpstr>
      <vt:lpstr>資料的型態</vt:lpstr>
      <vt:lpstr>WGCNA分析</vt:lpstr>
      <vt:lpstr>WGCNA分析</vt:lpstr>
      <vt:lpstr>WGCNA分析</vt:lpstr>
      <vt:lpstr>目前結論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4</cp:revision>
  <dcterms:created xsi:type="dcterms:W3CDTF">2026-07-13T02:57:43Z</dcterms:created>
  <dcterms:modified xsi:type="dcterms:W3CDTF">2026-07-13T05:58:12Z</dcterms:modified>
</cp:coreProperties>
</file>