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605133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1667173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92" y="3621307"/>
            <a:ext cx="4559251" cy="216705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5488921-9597-E6AE-31E7-D539258B8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8284" y="3241254"/>
            <a:ext cx="4356231" cy="2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855" y="492399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2809830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87525" y="2108107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421105"/>
            <a:ext cx="3417382" cy="348751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916" y="2521226"/>
            <a:ext cx="6087947" cy="3031433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6" y="2521226"/>
            <a:ext cx="5494614" cy="3777622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1733</TotalTime>
  <Words>1406</Words>
  <Application>Microsoft Office PowerPoint</Application>
  <PresentationFormat>寬螢幕</PresentationFormat>
  <Paragraphs>430</Paragraphs>
  <Slides>29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46</cp:revision>
  <dcterms:created xsi:type="dcterms:W3CDTF">2026-07-22T01:16:54Z</dcterms:created>
  <dcterms:modified xsi:type="dcterms:W3CDTF">2026-08-25T03:13:46Z</dcterms:modified>
</cp:coreProperties>
</file>