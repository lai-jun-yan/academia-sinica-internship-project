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258" r:id="rId11"/>
    <p:sldId id="287" r:id="rId12"/>
    <p:sldId id="288" r:id="rId13"/>
    <p:sldId id="289" r:id="rId14"/>
    <p:sldId id="278" r:id="rId15"/>
    <p:sldId id="290" r:id="rId16"/>
    <p:sldId id="293" r:id="rId17"/>
    <p:sldId id="274" r:id="rId18"/>
    <p:sldId id="283" r:id="rId19"/>
    <p:sldId id="294" r:id="rId20"/>
    <p:sldId id="295" r:id="rId21"/>
    <p:sldId id="296" r:id="rId22"/>
    <p:sldId id="297" r:id="rId23"/>
    <p:sldId id="298" r:id="rId24"/>
    <p:sldId id="304" r:id="rId25"/>
    <p:sldId id="306" r:id="rId26"/>
    <p:sldId id="307" r:id="rId27"/>
    <p:sldId id="310" r:id="rId28"/>
    <p:sldId id="311" r:id="rId29"/>
    <p:sldId id="27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6" autoAdjust="0"/>
  </p:normalViewPr>
  <p:slideViewPr>
    <p:cSldViewPr snapToGrid="0">
      <p:cViewPr varScale="1">
        <p:scale>
          <a:sx n="96" d="100"/>
          <a:sy n="96" d="100"/>
        </p:scale>
        <p:origin x="5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</a:t>
            </a:r>
            <a:r>
              <a:rPr lang="zh-TW" altLang="en-US" dirty="0"/>
              <a:t>搜狐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70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4E4CA5B-7B40-5ADD-DAFA-A46C132D8B8F}"/>
              </a:ext>
            </a:extLst>
          </p:cNvPr>
          <p:cNvSpPr txBox="1"/>
          <p:nvPr/>
        </p:nvSpPr>
        <p:spPr>
          <a:xfrm>
            <a:off x="10400627" y="5387009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:Serina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294E1D8-CAF7-6AF2-4B04-66566ABC1CF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605133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02C1EA3-8A60-3D53-BA24-2ECD49B74E7A}"/>
              </a:ext>
            </a:extLst>
          </p:cNvPr>
          <p:cNvSpPr txBox="1"/>
          <p:nvPr/>
        </p:nvSpPr>
        <p:spPr>
          <a:xfrm>
            <a:off x="5141008" y="6405774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6294C1A-A07E-4DCA-018B-D01F0E337F5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A051DB4-5093-183C-CA8A-382F2B07210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344E295-E739-1229-A81E-5E6776B2CE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7549997" y="6233890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4802846-9349-54B8-B1CD-2E1882A1C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1667173"/>
            <a:ext cx="4472894" cy="1418063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392" y="3621307"/>
            <a:ext cx="4559251" cy="216705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5488921-9597-E6AE-31E7-D539258B80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8284" y="3241254"/>
            <a:ext cx="4356231" cy="22403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8363BD2-1369-B189-CB58-49BF842C328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625" y="1426257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3100606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79015" y="2608510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494294-F044-DF02-2E2B-2EC9D81A0E6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74CC0A3E-B834-B0C1-0E1B-4EB37DD97FC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9EA27D5-F969-920B-057A-C4862468F062}"/>
              </a:ext>
            </a:extLst>
          </p:cNvPr>
          <p:cNvSpPr txBox="1"/>
          <p:nvPr/>
        </p:nvSpPr>
        <p:spPr>
          <a:xfrm>
            <a:off x="9288938" y="5981705"/>
            <a:ext cx="22156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QuickGO</a:t>
            </a:r>
            <a:endParaRPr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79AD284-03D5-BC63-7F79-E04A6ABFEF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515AC7-AEDB-2B77-7D9A-2DE55FCAEE6C}"/>
              </a:ext>
            </a:extLst>
          </p:cNvPr>
          <p:cNvSpPr txBox="1"/>
          <p:nvPr/>
        </p:nvSpPr>
        <p:spPr>
          <a:xfrm>
            <a:off x="7398482" y="5802254"/>
            <a:ext cx="48815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:https://www.kegg.jp/pathway/map05143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CD6ABE5-D1A6-CD4C-DF8E-8E248717DF5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E4E1E92-FC3C-BA7D-62B3-FEBC02FCFFB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925" y="1983581"/>
            <a:ext cx="7967776" cy="369321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5047813" y="5956891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8EA7BF-516F-7CE1-3F21-310601F4A94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494" y="2242384"/>
            <a:ext cx="7244566" cy="253123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1734A34-28E0-1942-0760-953FE805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4" y="1682070"/>
            <a:ext cx="2029285" cy="301425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F5312C24-1C01-9819-AD34-D7FF43430A3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82" y="2661896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6651325" y="6233890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20E8055-A49F-5938-25DD-79359BFD85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9A63C6-0BB5-F932-C724-0BCEA525CEC1}"/>
              </a:ext>
            </a:extLst>
          </p:cNvPr>
          <p:cNvSpPr txBox="1"/>
          <p:nvPr/>
        </p:nvSpPr>
        <p:spPr>
          <a:xfrm>
            <a:off x="8738973" y="6064937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E7CC92-8AB9-FA18-A38F-C1DC6BBD27E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1CEC6B5-8D50-BC30-1F01-79402F831D44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8506" y="567005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7871733" y="4776904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3646422" y="1859090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733770" y="2761275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181764" y="3999917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328277" y="2884385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3585743" y="4996503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201142" y="5928467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027797" y="241963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211366" y="241898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096017" y="361883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048651" y="4586327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334103" y="557530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5638404" y="458698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5893138" y="3402206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5893138" y="3954901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1249681-0894-4E5E-6EEF-0C7FF3813F03}"/>
              </a:ext>
            </a:extLst>
          </p:cNvPr>
          <p:cNvSpPr txBox="1"/>
          <p:nvPr/>
        </p:nvSpPr>
        <p:spPr>
          <a:xfrm>
            <a:off x="10596540" y="765393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97AF5B-248B-E935-FFAD-CAC6C281C374}"/>
              </a:ext>
            </a:extLst>
          </p:cNvPr>
          <p:cNvSpPr txBox="1"/>
          <p:nvPr/>
        </p:nvSpPr>
        <p:spPr>
          <a:xfrm>
            <a:off x="10601739" y="158080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8DBD25C-558E-1DBD-A0C1-BC4FC35D6FE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64982B-F5FE-2243-D82E-8E7FA38A63F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783575"/>
            <a:ext cx="3062201" cy="312504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59CBC55-67B9-B14C-88F4-98FEE50A572B}"/>
              </a:ext>
            </a:extLst>
          </p:cNvPr>
          <p:cNvSpPr txBox="1"/>
          <p:nvPr/>
        </p:nvSpPr>
        <p:spPr>
          <a:xfrm>
            <a:off x="10661374" y="238259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8C04F44-D5D0-3686-19EF-E2C21F984BE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CF39B41-3BF4-0448-52FE-F7551F116B4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478DC4-BD08-074B-9393-274E69D4002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751" y="1063984"/>
            <a:ext cx="3870905" cy="1927479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5" y="2077279"/>
            <a:ext cx="5753031" cy="4217504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B264245-BA41-4597-9730-58EAB5041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103" y="5218971"/>
            <a:ext cx="3896141" cy="146641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964078C-CE18-1899-1356-0390BDDFC9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333" y="3025522"/>
            <a:ext cx="2699384" cy="192747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915C09C-5D11-7383-49CA-8F32B3E19495}"/>
              </a:ext>
            </a:extLst>
          </p:cNvPr>
          <p:cNvSpPr txBox="1"/>
          <p:nvPr/>
        </p:nvSpPr>
        <p:spPr>
          <a:xfrm>
            <a:off x="7130125" y="3297405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Logistic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48280B-95B7-46B9-7856-5972135C43B3}"/>
              </a:ext>
            </a:extLst>
          </p:cNvPr>
          <p:cNvSpPr txBox="1"/>
          <p:nvPr/>
        </p:nvSpPr>
        <p:spPr>
          <a:xfrm>
            <a:off x="10224508" y="3301911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GCN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BDACCCE-5D0A-4EE0-48D0-BC50B6234FD5}"/>
              </a:ext>
            </a:extLst>
          </p:cNvPr>
          <p:cNvSpPr txBox="1"/>
          <p:nvPr/>
        </p:nvSpPr>
        <p:spPr>
          <a:xfrm>
            <a:off x="9872034" y="4987060"/>
            <a:ext cx="12995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zh-TW" altLang="en-US" sz="1400" dirty="0"/>
              <a:t>搜狐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0933C2-FD57-05B9-05D5-FAA034213987}"/>
              </a:ext>
            </a:extLst>
          </p:cNvPr>
          <p:cNvSpPr txBox="1"/>
          <p:nvPr/>
        </p:nvSpPr>
        <p:spPr>
          <a:xfrm>
            <a:off x="9968656" y="451831"/>
            <a:ext cx="1986101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What I learned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1835</TotalTime>
  <Words>1498</Words>
  <Application>Microsoft Office PowerPoint</Application>
  <PresentationFormat>寬螢幕</PresentationFormat>
  <Paragraphs>468</Paragraphs>
  <Slides>29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6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Current results(RF) </vt:lpstr>
      <vt:lpstr>Alphaviridae(GO)</vt:lpstr>
      <vt:lpstr>Coronaviridae(KEGG)</vt:lpstr>
      <vt:lpstr>Orthoherpesviridae(Reactome)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50</cp:revision>
  <dcterms:created xsi:type="dcterms:W3CDTF">2026-07-22T01:16:54Z</dcterms:created>
  <dcterms:modified xsi:type="dcterms:W3CDTF">2026-08-25T04:58:50Z</dcterms:modified>
</cp:coreProperties>
</file>