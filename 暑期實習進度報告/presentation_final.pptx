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258" r:id="rId11"/>
    <p:sldId id="287" r:id="rId12"/>
    <p:sldId id="288" r:id="rId13"/>
    <p:sldId id="289" r:id="rId14"/>
    <p:sldId id="278" r:id="rId15"/>
    <p:sldId id="290" r:id="rId16"/>
    <p:sldId id="293" r:id="rId17"/>
    <p:sldId id="274" r:id="rId18"/>
    <p:sldId id="283" r:id="rId19"/>
    <p:sldId id="294" r:id="rId20"/>
    <p:sldId id="295" r:id="rId21"/>
    <p:sldId id="296" r:id="rId22"/>
    <p:sldId id="297" r:id="rId23"/>
    <p:sldId id="298" r:id="rId24"/>
    <p:sldId id="304" r:id="rId25"/>
    <p:sldId id="306" r:id="rId26"/>
    <p:sldId id="307" r:id="rId27"/>
    <p:sldId id="310" r:id="rId28"/>
    <p:sldId id="311" r:id="rId29"/>
    <p:sldId id="27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6" autoAdjust="0"/>
  </p:normalViewPr>
  <p:slideViewPr>
    <p:cSldViewPr snapToGrid="0">
      <p:cViewPr varScale="1">
        <p:scale>
          <a:sx n="96" d="100"/>
          <a:sy n="96" d="100"/>
        </p:scale>
        <p:origin x="5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605133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7549997" y="6233890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4802846-9349-54B8-B1CD-2E1882A1C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948" y="1904999"/>
            <a:ext cx="4472894" cy="1418063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7764" y="3534938"/>
            <a:ext cx="4559251" cy="2167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855" y="492399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2809830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87525" y="2108107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925" y="1983581"/>
            <a:ext cx="7967776" cy="369321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5047813" y="5956891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494" y="2242384"/>
            <a:ext cx="7244566" cy="253123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1734A34-28E0-1942-0760-953FE805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4" y="1682070"/>
            <a:ext cx="2029285" cy="301425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82" y="2661896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6651325" y="6233890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426" y="533874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8321653" y="4743773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096342" y="1825959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183690" y="2728144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631684" y="3966786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778197" y="2851254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035663" y="4963372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651062" y="5895336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477717" y="2386502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661286" y="2385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545937" y="358570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498571" y="45531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784023" y="5542175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088324" y="4553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343058" y="336907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343058" y="392177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46219" y="3676116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50846" y="3953115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9385" y="44828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9387" y="416513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1E62FE6-F755-B2AA-A1C3-1B4E670F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99" y="2018453"/>
            <a:ext cx="5802081" cy="432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/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4.1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421105"/>
            <a:ext cx="3417382" cy="348751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4916" y="2521226"/>
            <a:ext cx="6087947" cy="3031433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6" y="2521226"/>
            <a:ext cx="5494614" cy="3777622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1268</TotalTime>
  <Words>1406</Words>
  <Application>Microsoft Office PowerPoint</Application>
  <PresentationFormat>寬螢幕</PresentationFormat>
  <Paragraphs>430</Paragraphs>
  <Slides>29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6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Current results(RF) </vt:lpstr>
      <vt:lpstr>Alphaviridae(GO)</vt:lpstr>
      <vt:lpstr>Coronaviridae(KEGG)</vt:lpstr>
      <vt:lpstr>Orthoherpesviridae(Reactome)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41</cp:revision>
  <dcterms:created xsi:type="dcterms:W3CDTF">2026-07-22T01:16:54Z</dcterms:created>
  <dcterms:modified xsi:type="dcterms:W3CDTF">2026-08-21T07:32:09Z</dcterms:modified>
</cp:coreProperties>
</file>