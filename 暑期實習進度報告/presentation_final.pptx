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312" r:id="rId10"/>
    <p:sldId id="291" r:id="rId11"/>
    <p:sldId id="258" r:id="rId12"/>
    <p:sldId id="287" r:id="rId13"/>
    <p:sldId id="288" r:id="rId14"/>
    <p:sldId id="289" r:id="rId15"/>
    <p:sldId id="278" r:id="rId16"/>
    <p:sldId id="290" r:id="rId17"/>
    <p:sldId id="293" r:id="rId18"/>
    <p:sldId id="274" r:id="rId19"/>
    <p:sldId id="283" r:id="rId20"/>
    <p:sldId id="294" r:id="rId21"/>
    <p:sldId id="295" r:id="rId22"/>
    <p:sldId id="296" r:id="rId23"/>
    <p:sldId id="297" r:id="rId24"/>
    <p:sldId id="298" r:id="rId25"/>
    <p:sldId id="304" r:id="rId26"/>
    <p:sldId id="306" r:id="rId27"/>
    <p:sldId id="307" r:id="rId28"/>
    <p:sldId id="310" r:id="rId29"/>
    <p:sldId id="311" r:id="rId30"/>
    <p:sldId id="270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725" autoAdjust="0"/>
  </p:normalViewPr>
  <p:slideViewPr>
    <p:cSldViewPr snapToGrid="0">
      <p:cViewPr varScale="1">
        <p:scale>
          <a:sx n="97" d="100"/>
          <a:sy n="97" d="100"/>
        </p:scale>
        <p:origin x="5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  <a:p>
            <a:r>
              <a:rPr lang="zh-TW" altLang="en-US" sz="1200" dirty="0"/>
              <a:t>講</a:t>
            </a:r>
            <a:r>
              <a:rPr lang="en-US" altLang="zh-TW" sz="1200" dirty="0"/>
              <a:t>immune gene</a:t>
            </a:r>
            <a:r>
              <a:rPr lang="zh-TW" altLang="en-US" sz="1200" dirty="0"/>
              <a:t>是</a:t>
            </a:r>
            <a:r>
              <a:rPr lang="en-US" altLang="zh-TW" sz="1200" dirty="0"/>
              <a:t>input</a:t>
            </a:r>
          </a:p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3DDAF-A505-A484-7B58-C847391EF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96F787E-F258-C1E6-03FB-A05CE6BB9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D15FED3-CAD4-EB8F-BAD5-598D8AEC0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dirty="0"/>
              <a:t>https://github.com/zqfang/GSEApy/blob/master/gseapy/algorithm.py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FAF876-86E1-9177-95FE-9923EC7C3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4222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en-US" altLang="zh-TW" b="0" dirty="0"/>
          </a:p>
          <a:p>
            <a:endParaRPr lang="en-US" altLang="zh-TW" b="0" dirty="0"/>
          </a:p>
          <a:p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最終目標是要看感染細胞與未細胞之間的溝通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01865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7484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10400627" y="5387009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294E1D8-CAF7-6AF2-4B04-66566ABC1C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652717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5141008" y="6405774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6294C1A-A07E-4DCA-018B-D01F0E337F5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A051DB4-5093-183C-CA8A-382F2B07210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344E295-E739-1229-A81E-5E6776B2CE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9771560" y="542381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3098127"/>
            <a:ext cx="4559251" cy="216705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8363BD2-1369-B189-CB58-49BF842C328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B16A2-099F-C12E-2EA1-653B2C9D2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7633D-F3B3-7300-7EF8-F0B19E17A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Warning 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AD40D4-E349-B828-2137-4939E2B4C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BE80FB1-490F-0C04-4CE4-E6C8062EFF5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6A2FD8B-E534-D75B-5DC7-F9FAE1767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832" y="2851694"/>
            <a:ext cx="4472894" cy="141806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867AA0EA-6EDD-B64C-2451-469C7DDC7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724" y="4425775"/>
            <a:ext cx="4356231" cy="224035"/>
          </a:xfrm>
          <a:prstGeom prst="rect">
            <a:avLst/>
          </a:prstGeom>
        </p:spPr>
      </p:pic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CBBB1434-80B8-0AEE-CFD7-F00381B41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081" y="2696963"/>
            <a:ext cx="6124672" cy="2433496"/>
          </a:xfrm>
        </p:spPr>
        <p:txBody>
          <a:bodyPr>
            <a:normAutofit/>
          </a:bodyPr>
          <a:lstStyle/>
          <a:p>
            <a:r>
              <a:rPr lang="zh-TW" altLang="zh-TW" dirty="0"/>
              <a:t>The permutation test in traditional GSEA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the gene set associated with the phenotype?</a:t>
            </a:r>
          </a:p>
          <a:p>
            <a:pPr marL="457200" lvl="1" indent="0"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Permutation test for Aim 1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gene-set membership associated with gene ranking?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6CE505-02D2-1EAA-DC3E-13BCAE35FE68}"/>
              </a:ext>
            </a:extLst>
          </p:cNvPr>
          <p:cNvSpPr txBox="1"/>
          <p:nvPr/>
        </p:nvSpPr>
        <p:spPr>
          <a:xfrm>
            <a:off x="9582278" y="480582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37279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625" y="1426257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3100606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79015" y="2608510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494294-F044-DF02-2E2B-2EC9D81A0E6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2A64AA0-8E0E-9837-0839-A013ECD2FFA4}"/>
              </a:ext>
            </a:extLst>
          </p:cNvPr>
          <p:cNvSpPr txBox="1"/>
          <p:nvPr/>
        </p:nvSpPr>
        <p:spPr>
          <a:xfrm>
            <a:off x="604630" y="2191776"/>
            <a:ext cx="22379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 err="1"/>
              <a:t>Orthoherpesviridae</a:t>
            </a:r>
            <a:endParaRPr lang="zh-TW" altLang="en-US" sz="2400" dirty="0"/>
          </a:p>
        </p:txBody>
      </p:sp>
      <p:sp>
        <p:nvSpPr>
          <p:cNvPr id="9" name="乘號 8">
            <a:extLst>
              <a:ext uri="{FF2B5EF4-FFF2-40B4-BE49-F238E27FC236}">
                <a16:creationId xmlns:a16="http://schemas.microsoft.com/office/drawing/2014/main" id="{0C1859B1-1A63-A680-F7FF-8F0283C67044}"/>
              </a:ext>
            </a:extLst>
          </p:cNvPr>
          <p:cNvSpPr/>
          <p:nvPr/>
        </p:nvSpPr>
        <p:spPr>
          <a:xfrm>
            <a:off x="5596864" y="1745752"/>
            <a:ext cx="189220" cy="180263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74CC0A3E-B834-B0C1-0E1B-4EB37DD97FC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288938" y="5981705"/>
            <a:ext cx="22156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79AD284-03D5-BC63-7F79-E04A6ABFEF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7398482" y="5802254"/>
            <a:ext cx="48815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6ABE5-D1A6-CD4C-DF8E-8E248717DF5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E4E1E92-FC3C-BA7D-62B3-FEBC02FCFFB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33" y="2403306"/>
            <a:ext cx="6663467" cy="308864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1635311" y="5552156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8EA7BF-516F-7CE1-3F21-310601F4A94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3" name="箭號: 向右 2">
            <a:extLst>
              <a:ext uri="{FF2B5EF4-FFF2-40B4-BE49-F238E27FC236}">
                <a16:creationId xmlns:a16="http://schemas.microsoft.com/office/drawing/2014/main" id="{C3F65F1E-493C-29DA-C681-495D47821987}"/>
              </a:ext>
            </a:extLst>
          </p:cNvPr>
          <p:cNvSpPr/>
          <p:nvPr/>
        </p:nvSpPr>
        <p:spPr>
          <a:xfrm>
            <a:off x="7588240" y="3874958"/>
            <a:ext cx="584617" cy="3072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B9FA47D-144E-DAA6-39F5-661FE2AF3DD7}"/>
              </a:ext>
            </a:extLst>
          </p:cNvPr>
          <p:cNvSpPr txBox="1"/>
          <p:nvPr/>
        </p:nvSpPr>
        <p:spPr>
          <a:xfrm>
            <a:off x="8445897" y="3843941"/>
            <a:ext cx="3626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Cell-to-cell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2254747"/>
            <a:ext cx="7244566" cy="2531234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5312C24-1C01-9819-AD34-D7FF43430A3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761A66A-F742-EB8E-6017-0CC5908BC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057" y="2189474"/>
            <a:ext cx="3847920" cy="266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443" y="2647151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4621993" y="6210901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20E8055-A49F-5938-25DD-79359BFD85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B50B79F-F685-EA18-3624-E06CAFEA084D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045339E-9184-EC16-5AE1-CA516CD10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2C12DEC-4CD2-F51E-997A-E6A0501FE637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03FC2E96-E4E4-6BCE-BA3E-95F6D885E9FB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2A70F09-4137-D746-D7BE-8577B7259058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73BB8D5-A3AE-6312-1D8B-9BD4654DDF6F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738973" y="6064937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E7CC92-8AB9-FA18-A38F-C1DC6BBD27E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1CEC6B5-8D50-BC30-1F01-79402F831D44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5677740" y="1913694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2765088" y="2815879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3213082" y="4054521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test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7359595" y="2938989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5617061" y="5051107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5232460" y="5983071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5059115" y="2474237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7242684" y="2473584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4127335" y="367344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5079969" y="4640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6365421" y="562991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7669722" y="4641584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7924456" y="345681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7924456" y="400950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1249681-0894-4E5E-6EEF-0C7FF3813F03}"/>
              </a:ext>
            </a:extLst>
          </p:cNvPr>
          <p:cNvSpPr txBox="1"/>
          <p:nvPr/>
        </p:nvSpPr>
        <p:spPr>
          <a:xfrm>
            <a:off x="10596540" y="765393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97AF5B-248B-E935-FFAD-CAC6C281C374}"/>
              </a:ext>
            </a:extLst>
          </p:cNvPr>
          <p:cNvSpPr txBox="1"/>
          <p:nvPr/>
        </p:nvSpPr>
        <p:spPr>
          <a:xfrm>
            <a:off x="10601739" y="158080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8DBD25C-558E-1DBD-A0C1-BC4FC35D6FE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64982B-F5FE-2243-D82E-8E7FA38A63F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783575"/>
            <a:ext cx="3062201" cy="312504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9CBC55-67B9-B14C-88F4-98FEE50A572B}"/>
              </a:ext>
            </a:extLst>
          </p:cNvPr>
          <p:cNvSpPr txBox="1"/>
          <p:nvPr/>
        </p:nvSpPr>
        <p:spPr>
          <a:xfrm>
            <a:off x="10661374" y="238259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8C04F44-D5D0-3686-19EF-E2C21F984BE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F39B41-3BF4-0448-52FE-F7551F116B4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78DC4-BD08-074B-9393-274E69D4002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30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333" y="3025522"/>
            <a:ext cx="2699384" cy="192747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7130125" y="3297405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10224508" y="3301911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872034" y="4987060"/>
            <a:ext cx="12995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0933C2-FD57-05B9-05D5-FAA034213987}"/>
              </a:ext>
            </a:extLst>
          </p:cNvPr>
          <p:cNvSpPr txBox="1"/>
          <p:nvPr/>
        </p:nvSpPr>
        <p:spPr>
          <a:xfrm>
            <a:off x="9968656" y="451831"/>
            <a:ext cx="1986101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What I learned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2050</TotalTime>
  <Words>1594</Words>
  <Application>Microsoft Office PowerPoint</Application>
  <PresentationFormat>寬螢幕</PresentationFormat>
  <Paragraphs>488</Paragraphs>
  <Slides>30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7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Warning 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60</cp:revision>
  <dcterms:created xsi:type="dcterms:W3CDTF">2026-07-22T01:16:54Z</dcterms:created>
  <dcterms:modified xsi:type="dcterms:W3CDTF">2026-08-25T08:35:31Z</dcterms:modified>
</cp:coreProperties>
</file>